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68c7c42a394115" /><Relationship Type="http://schemas.openxmlformats.org/officeDocument/2006/relationships/extended-properties" Target="/docProps/app.xml" Id="R3af59a3649f74dee" /><Relationship Type="http://schemas.openxmlformats.org/officeDocument/2006/relationships/officeDocument" Target="/ppt/presentation.xml" Id="Rf7f549a792bf48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bfc742cfa7471d"/>
  </p:sldMasterIdLst>
  <p:notesMasterIdLst>
    <p:notesMasterId xmlns:r="http://schemas.openxmlformats.org/officeDocument/2006/relationships" r:id="Rda42a3df4d64472a"/>
  </p:notesMasterIdLst>
  <p:sldIdLst>
    <p:sldId xmlns:r="http://schemas.openxmlformats.org/officeDocument/2006/relationships" id="256" r:id="Rdd6079c3859b4fbe"/>
    <p:sldId xmlns:r="http://schemas.openxmlformats.org/officeDocument/2006/relationships" id="257" r:id="Rd25ae87da83c4b9f"/>
    <p:sldId xmlns:r="http://schemas.openxmlformats.org/officeDocument/2006/relationships" id="258" r:id="Rffdd07eb7cb3483c"/>
    <p:sldId xmlns:r="http://schemas.openxmlformats.org/officeDocument/2006/relationships" id="259" r:id="R054679f889cb4c67"/>
    <p:sldId xmlns:r="http://schemas.openxmlformats.org/officeDocument/2006/relationships" id="260" r:id="Rbdd8a716f1a94ac5"/>
    <p:sldId xmlns:r="http://schemas.openxmlformats.org/officeDocument/2006/relationships" id="261" r:id="R560e78138a00409d"/>
    <p:sldId xmlns:r="http://schemas.openxmlformats.org/officeDocument/2006/relationships" id="262" r:id="R16e39a02a41b496b"/>
    <p:sldId xmlns:r="http://schemas.openxmlformats.org/officeDocument/2006/relationships" id="263" r:id="Rc940090704f6472b"/>
    <p:sldId xmlns:r="http://schemas.openxmlformats.org/officeDocument/2006/relationships" id="264" r:id="Rff243110b9804d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7e291caec34046" /><Relationship Type="http://schemas.openxmlformats.org/officeDocument/2006/relationships/slideMaster" Target="/ppt/slideMasters/slideMaster1.xml" Id="Rf7bfc742cfa7471d" /><Relationship Type="http://schemas.openxmlformats.org/officeDocument/2006/relationships/notesMaster" Target="/ppt/notesMasters/notesMaster1.xml" Id="Rda42a3df4d64472a" /><Relationship Type="http://schemas.openxmlformats.org/officeDocument/2006/relationships/presProps" Target="/ppt/presProps.xml" Id="R293d459f13774229" /><Relationship Type="http://schemas.openxmlformats.org/officeDocument/2006/relationships/tableStyles" Target="/ppt/tableStyles.xml" Id="R94bcdfd510d44f5d" /><Relationship Type="http://schemas.openxmlformats.org/officeDocument/2006/relationships/slide" Target="/ppt/slides/slide1.xml" Id="Rdd6079c3859b4fbe" /><Relationship Type="http://schemas.openxmlformats.org/officeDocument/2006/relationships/slide" Target="/ppt/slides/slide2.xml" Id="Rd25ae87da83c4b9f" /><Relationship Type="http://schemas.openxmlformats.org/officeDocument/2006/relationships/slide" Target="/ppt/slides/slide3.xml" Id="Rffdd07eb7cb3483c" /><Relationship Type="http://schemas.openxmlformats.org/officeDocument/2006/relationships/slide" Target="/ppt/slides/slide4.xml" Id="R054679f889cb4c67" /><Relationship Type="http://schemas.openxmlformats.org/officeDocument/2006/relationships/slide" Target="/ppt/slides/slide5.xml" Id="Rbdd8a716f1a94ac5" /><Relationship Type="http://schemas.openxmlformats.org/officeDocument/2006/relationships/slide" Target="/ppt/slides/slide6.xml" Id="R560e78138a00409d" /><Relationship Type="http://schemas.openxmlformats.org/officeDocument/2006/relationships/slide" Target="/ppt/slides/slide7.xml" Id="R16e39a02a41b496b" /><Relationship Type="http://schemas.openxmlformats.org/officeDocument/2006/relationships/slide" Target="/ppt/slides/slide8.xml" Id="Rc940090704f6472b" /><Relationship Type="http://schemas.openxmlformats.org/officeDocument/2006/relationships/slide" Target="/ppt/slides/slide9.xml" Id="Rff243110b9804d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9d256fa86f4e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d82531ddbd4d34" /><Relationship Type="http://schemas.openxmlformats.org/officeDocument/2006/relationships/notesMaster" Target="/ppt/notesMasters/notesMaster1.xml" Id="R710606d271ec45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f1f3bf5a534096" /><Relationship Type="http://schemas.openxmlformats.org/officeDocument/2006/relationships/notesMaster" Target="/ppt/notesMasters/notesMaster1.xml" Id="Rbb1330487f2342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4f1a0062904bdc" /><Relationship Type="http://schemas.openxmlformats.org/officeDocument/2006/relationships/notesMaster" Target="/ppt/notesMasters/notesMaster1.xml" Id="Rf26cfa8e688441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da29a283dc4b2a" /><Relationship Type="http://schemas.openxmlformats.org/officeDocument/2006/relationships/notesMaster" Target="/ppt/notesMasters/notesMaster1.xml" Id="R1d0e314f455846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45b79c28194cc4" /><Relationship Type="http://schemas.openxmlformats.org/officeDocument/2006/relationships/notesMaster" Target="/ppt/notesMasters/notesMaster1.xml" Id="R8ce87e3643f048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069f5eb9e644c7" /><Relationship Type="http://schemas.openxmlformats.org/officeDocument/2006/relationships/notesMaster" Target="/ppt/notesMasters/notesMaster1.xml" Id="Rc8b77ff1690240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d20f9fe0124c93" /><Relationship Type="http://schemas.openxmlformats.org/officeDocument/2006/relationships/notesMaster" Target="/ppt/notesMasters/notesMaster1.xml" Id="Rd87b3daf76cb48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90261d599541a5" /><Relationship Type="http://schemas.openxmlformats.org/officeDocument/2006/relationships/notesMaster" Target="/ppt/notesMasters/notesMaster1.xml" Id="R63440aab928940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e485ebf2de4770" /><Relationship Type="http://schemas.openxmlformats.org/officeDocument/2006/relationships/notesMaster" Target="/ppt/notesMasters/notesMaster1.xml" Id="R8cb4449f271340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239dead1d47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0406f4633a4355" /><Relationship Type="http://schemas.openxmlformats.org/officeDocument/2006/relationships/slideLayout" Target="/ppt/slideLayouts/slideLayout1.xml" Id="R858d2228eb6540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8d2228eb6540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fbf7410514d19" /><Relationship Type="http://schemas.openxmlformats.org/officeDocument/2006/relationships/notesSlide" Target="/ppt/notesSlides/notesSlide1.xml" Id="Re457630d108d49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6b848d6504c54" /><Relationship Type="http://schemas.openxmlformats.org/officeDocument/2006/relationships/notesSlide" Target="/ppt/notesSlides/notesSlide2.xml" Id="Rdfabb85dbb984c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5253def43402d" /><Relationship Type="http://schemas.openxmlformats.org/officeDocument/2006/relationships/notesSlide" Target="/ppt/notesSlides/notesSlide3.xml" Id="R7ca449824cf94c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c21c317d64d41" /><Relationship Type="http://schemas.openxmlformats.org/officeDocument/2006/relationships/notesSlide" Target="/ppt/notesSlides/notesSlide4.xml" Id="Rb8435f5c818c49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fd4cdfb54407d" /><Relationship Type="http://schemas.openxmlformats.org/officeDocument/2006/relationships/notesSlide" Target="/ppt/notesSlides/notesSlide5.xml" Id="R39cef118c9cb46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088fbb2c343dc" /><Relationship Type="http://schemas.openxmlformats.org/officeDocument/2006/relationships/notesSlide" Target="/ppt/notesSlides/notesSlide6.xml" Id="R92da695a8a2a48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0412c8f684547" /><Relationship Type="http://schemas.openxmlformats.org/officeDocument/2006/relationships/notesSlide" Target="/ppt/notesSlides/notesSlide7.xml" Id="R65c06dc0be0a4e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1d6aab52b403b" /><Relationship Type="http://schemas.openxmlformats.org/officeDocument/2006/relationships/notesSlide" Target="/ppt/notesSlides/notesSlide8.xml" Id="R332f3219968945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c63f81dea49f2" /><Relationship Type="http://schemas.openxmlformats.org/officeDocument/2006/relationships/notesSlide" Target="/ppt/notesSlides/notesSlide9.xml" Id="R54a863c66f904b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2705E0-C9CD-4F82-8DF1-1D4239EA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COURSE VIDEO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F5AE5-3A9A-441F-B904-31AD44A2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[Lesson title]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7F155-0E54-4E9B-9148-6E15930C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8679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5686D-6A74-453C-81E4-2BA59E2A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9105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Use this slide to open with the approved lesson hook and explain why the lesson matters.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216B1-066C-4857-9000-457B35D7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Source: approved Course Content Planning Workbook row</a:t>
            </a:r>
          </a:p>
        </p:txBody>
      </p:sp>
    </p:spTree>
    <p:extLst>
      <p:ext uri="{BB962C8B-B14F-4D97-AF65-F5344CB8AC3E}">
        <p14:creationId xmlns:p14="http://schemas.microsoft.com/office/powerpoint/2010/main" val="20657651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62AE13-DBEC-4670-B2DB-28D39085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FEBAF-5721-4F1E-9FF5-8AF77419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By the end, students can [approved objective]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75720-F41D-487E-9AF1-FD899C2F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8679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39DD5-FE77-48E5-BD91-78B78C7B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9105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State the learner outcome from the workbook in clear student-facing language.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7C9EF-A0F0-44C8-92E7-6C91B2AF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Keep this objective unchanged unless Curriculum is revised</a:t>
            </a:r>
          </a:p>
        </p:txBody>
      </p:sp>
    </p:spTree>
    <p:extLst>
      <p:ext uri="{BB962C8B-B14F-4D97-AF65-F5344CB8AC3E}">
        <p14:creationId xmlns:p14="http://schemas.microsoft.com/office/powerpoint/2010/main" val="652291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B1F426-3832-4308-B80C-53B06821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C0517-3D8A-4409-B455-532BF41F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[Main concept in simple language]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0570F-FD26-460C-AB70-47EEC330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8679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4F9D4-2FA2-427C-95F1-A5F30609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9105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Explain the approved key concept using short bullets, a table, or a simple visual.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79512-1DEC-4BD6-9139-255BB962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Match the video script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96232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BACB71-8A6D-4781-ADF3-3359FAD3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EE0D2-B4BA-4549-9D62-95741538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[Step-by-step teaching flow]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CB0F1-CEAC-45F8-9439-E76946C2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8679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19E58-3355-4DA8-AA97-4FB1934E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9105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Break the concept into the smallest practical sequence students need to follow.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D8A1B-315E-4AE5-A84C-1E5D995F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Use one main idea per slide</a:t>
            </a:r>
          </a:p>
        </p:txBody>
      </p:sp>
    </p:spTree>
    <p:extLst>
      <p:ext uri="{BB962C8B-B14F-4D97-AF65-F5344CB8AC3E}">
        <p14:creationId xmlns:p14="http://schemas.microsoft.com/office/powerpoint/2010/main" val="21469869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895700-4AC5-480D-AB84-3638C4EE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41C35-1326-4F4C-A96D-75DDE2E2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[Approved example or demonstration]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6B660-0673-4286-9727-642D22B9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8679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025B1-D3C9-4194-858E-A039169C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9105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Show the workbook-approved example, scenario, screenshot, table, or walkthrough.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A302D-3A5B-4A91-8D8A-33528824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Do not introduce a new example without approval</a:t>
            </a:r>
          </a:p>
        </p:txBody>
      </p:sp>
    </p:spTree>
    <p:extLst>
      <p:ext uri="{BB962C8B-B14F-4D97-AF65-F5344CB8AC3E}">
        <p14:creationId xmlns:p14="http://schemas.microsoft.com/office/powerpoint/2010/main" val="1630133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E25F7E-2FD7-497F-9837-CC8C5281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267A0-BDEE-43E0-B2DE-7676EE6A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[Student practice activity]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6927C-4DC1-4712-8691-5B49C199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8679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177E9-CC91-40E2-B16E-E7C1FFEB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9105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Tell students exactly what to do and what output they should create.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E8D99-120F-41A2-9222-0669523C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Connect to the approved student output</a:t>
            </a:r>
          </a:p>
        </p:txBody>
      </p:sp>
    </p:spTree>
    <p:extLst>
      <p:ext uri="{BB962C8B-B14F-4D97-AF65-F5344CB8AC3E}">
        <p14:creationId xmlns:p14="http://schemas.microsoft.com/office/powerpoint/2010/main" val="18767549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114C30-6211-4A52-876E-F9CAA876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COMMON MISTAKES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383F9-861B-49AA-A55D-AA0DC027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[What to avoid]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E2CB5-5425-450D-8EA0-075AA7DC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8679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88A8F-8150-4288-8EBC-A1194BD4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9105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List likely errors and the correction the instructor should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852C8-0497-4BA1-8E89-B1D1729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Keep this supportive and practical</a:t>
            </a:r>
          </a:p>
        </p:txBody>
      </p:sp>
    </p:spTree>
    <p:extLst>
      <p:ext uri="{BB962C8B-B14F-4D97-AF65-F5344CB8AC3E}">
        <p14:creationId xmlns:p14="http://schemas.microsoft.com/office/powerpoint/2010/main" val="9098697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1D1EF1-FDC5-4FEF-90CE-64C8D5AD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68D3D-6FA9-490A-805C-C9F066B2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[Key takeaways]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9E97D-0C2D-486B-9D9A-6804136F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8679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C57E1-999F-4449-A303-61B185D9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9105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Summarize the lesson objective, concept, example, and practice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10A0A-AC7C-4C74-91A9-5F26722B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Prepare the bridge to homework</a:t>
            </a:r>
          </a:p>
        </p:txBody>
      </p:sp>
    </p:spTree>
    <p:extLst>
      <p:ext uri="{BB962C8B-B14F-4D97-AF65-F5344CB8AC3E}">
        <p14:creationId xmlns:p14="http://schemas.microsoft.com/office/powerpoint/2010/main" val="12585221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427FFD-39C7-4003-9A1D-38B31B56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36096-C073-454D-ABF3-4AA9BDE9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[Homework or checkpoint]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ABCBC-799A-4E91-9B41-7DCEA961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8679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5520D-C8CC-4CBD-AC96-3BA5721B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9105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Assign the workbook-approved homework, checkpoint, or next lesson preparation.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405DC-0C2C-42DC-BCB7-03384E55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Close with the next action</a:t>
            </a:r>
          </a:p>
        </p:txBody>
      </p:sp>
    </p:spTree>
    <p:extLst>
      <p:ext uri="{BB962C8B-B14F-4D97-AF65-F5344CB8AC3E}">
        <p14:creationId xmlns:p14="http://schemas.microsoft.com/office/powerpoint/2010/main" val="1240093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2026-07-01T20:04:00.4900000Z</dcterms:created>
  <dcterms:modified xsi:type="dcterms:W3CDTF">2026-07-01T20:04:00.4900000Z</dcterms:modified>
</coreProperties>
</file>